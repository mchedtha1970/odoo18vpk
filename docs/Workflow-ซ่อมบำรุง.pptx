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ซ่อมบำรุง" id="{e4da4302-b0a0-5fac-0907-4ff7cfc05ff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o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เวิร์กโฟลว์ซ่อมบำรุง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จากแจ้งซ่อมถึงปิดงาน  เลือกผลประเมินได้ทางเดียว แล้วเดินจนจบ</a:t>
            </a:r>
            <a:endParaRPr lang="en-US" sz="1500" dirty="0"/>
          </a:p>
        </p:txBody>
      </p:sp>
      <p:sp>
        <p:nvSpPr>
          <p:cNvPr id="4" name="step"/>
          <p:cNvSpPr/>
          <p:nvPr/>
        </p:nvSpPr>
        <p:spPr>
          <a:xfrm>
            <a:off x="1005840" y="1115568"/>
            <a:ext cx="3063240" cy="987552"/>
          </a:xfrm>
          <a:prstGeom prst="roundRect">
            <a:avLst>
              <a:gd name="adj" fmla="val 9259"/>
            </a:avLst>
          </a:prstGeom>
          <a:solidFill>
            <a:srgbClr val="F3F6F5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52144" y="1115568"/>
            <a:ext cx="2770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แจ้งซ่อม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ผู้ใช้เปิดจากแอปหรือในระบบ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เลือกหรือสแกนทรัพย์สิน</a:t>
            </a:r>
            <a:endParaRPr lang="en-US" sz="1800" dirty="0"/>
          </a:p>
        </p:txBody>
      </p:sp>
      <p:sp>
        <p:nvSpPr>
          <p:cNvPr id="6" name="step"/>
          <p:cNvSpPr/>
          <p:nvPr/>
        </p:nvSpPr>
        <p:spPr>
          <a:xfrm>
            <a:off x="4544568" y="1115568"/>
            <a:ext cx="3063240" cy="987552"/>
          </a:xfrm>
          <a:prstGeom prst="roundRect">
            <a:avLst>
              <a:gd name="adj" fmla="val 9259"/>
            </a:avLst>
          </a:prstGeom>
          <a:solidFill>
            <a:srgbClr val="F3F6F5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90872" y="1115568"/>
            <a:ext cx="2770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รับงาน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ได้เลขที่รับซ่อมอัตโนมัติ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มอบหมายทีมช่าง</a:t>
            </a:r>
            <a:endParaRPr lang="en-US" sz="1800" dirty="0"/>
          </a:p>
        </p:txBody>
      </p:sp>
      <p:sp>
        <p:nvSpPr>
          <p:cNvPr id="8" name="step"/>
          <p:cNvSpPr/>
          <p:nvPr/>
        </p:nvSpPr>
        <p:spPr>
          <a:xfrm>
            <a:off x="8083296" y="1115568"/>
            <a:ext cx="3063240" cy="987552"/>
          </a:xfrm>
          <a:prstGeom prst="roundRect">
            <a:avLst>
              <a:gd name="adj" fmla="val 9259"/>
            </a:avLst>
          </a:prstGeom>
          <a:solidFill>
            <a:srgbClr val="F3F6F5"/>
          </a:solidFill>
          <a:ln w="15875">
            <a:solidFill>
              <a:srgbClr val="0B6E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115568"/>
            <a:ext cx="2770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ประเมิน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ช่างตรวจอาการของเครื่อง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บันทึกผลได้ 1 ใน 4 ทาง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4133088" y="1499616"/>
            <a:ext cx="329184" cy="219456"/>
          </a:xfrm>
          <a:prstGeom prst="rightArrow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1" name="arrow"/>
          <p:cNvSpPr/>
          <p:nvPr/>
        </p:nvSpPr>
        <p:spPr>
          <a:xfrm>
            <a:off x="7671816" y="1499616"/>
            <a:ext cx="329184" cy="219456"/>
          </a:xfrm>
          <a:prstGeom prst="rightArrow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0428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 3 เลือกได้ทางเดียว แล้วทำตามกล่องด้านล่าง</a:t>
            </a:r>
            <a:endParaRPr lang="en-US" sz="1400" dirty="0"/>
          </a:p>
        </p:txBody>
      </p:sp>
      <p:sp>
        <p:nvSpPr>
          <p:cNvPr id="13" name="step"/>
          <p:cNvSpPr/>
          <p:nvPr/>
        </p:nvSpPr>
        <p:spPr>
          <a:xfrm>
            <a:off x="457200" y="2779776"/>
            <a:ext cx="2688336" cy="1335024"/>
          </a:xfrm>
          <a:prstGeom prst="roundRect">
            <a:avLst>
              <a:gd name="adj" fmla="val 6849"/>
            </a:avLst>
          </a:prstGeom>
          <a:solidFill>
            <a:srgbClr val="E7F6F2"/>
          </a:solidFill>
          <a:ln w="15875">
            <a:solidFill>
              <a:srgbClr val="1F8A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2871216"/>
            <a:ext cx="2432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ทางที่ 1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ซ่อมได้ มีอะไหล่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เบิกอะไหล่จากคลัง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สถานะเปลี่ยนเป็นรออะไหล่</a:t>
            </a:r>
            <a:endParaRPr lang="en-US" sz="1300" dirty="0"/>
          </a:p>
        </p:txBody>
      </p:sp>
      <p:sp>
        <p:nvSpPr>
          <p:cNvPr id="15" name="step"/>
          <p:cNvSpPr/>
          <p:nvPr/>
        </p:nvSpPr>
        <p:spPr>
          <a:xfrm>
            <a:off x="3310128" y="2779776"/>
            <a:ext cx="2688336" cy="1335024"/>
          </a:xfrm>
          <a:prstGeom prst="roundRect">
            <a:avLst>
              <a:gd name="adj" fmla="val 6849"/>
            </a:avLst>
          </a:prstGeom>
          <a:solidFill>
            <a:srgbClr val="FBF4E8"/>
          </a:solidFill>
          <a:ln w="15875">
            <a:solidFill>
              <a:srgbClr val="C985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38144" y="2871216"/>
            <a:ext cx="2432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8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ทางที่ 2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ซ่อมได้ ไม่มีอะไหล่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เปิดใบขอซื้อ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รอของเข้า แล้วจึงลงมือซ่อม</a:t>
            </a:r>
            <a:endParaRPr lang="en-US" sz="1300" dirty="0"/>
          </a:p>
        </p:txBody>
      </p:sp>
      <p:sp>
        <p:nvSpPr>
          <p:cNvPr id="17" name="step"/>
          <p:cNvSpPr/>
          <p:nvPr/>
        </p:nvSpPr>
        <p:spPr>
          <a:xfrm>
            <a:off x="6163056" y="2779776"/>
            <a:ext cx="2688336" cy="1335024"/>
          </a:xfrm>
          <a:prstGeom prst="roundRect">
            <a:avLst>
              <a:gd name="adj" fmla="val 6849"/>
            </a:avLst>
          </a:prstGeom>
          <a:solidFill>
            <a:srgbClr val="FDEFE6"/>
          </a:solidFill>
          <a:ln w="15875">
            <a:solidFill>
              <a:srgbClr val="C45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91072" y="2871216"/>
            <a:ext cx="2432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ทางที่ 3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จ้างซ่อมภายนอก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เปิดใบขอซื้อ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พิมพ์คำร้องส่งเครื่องให้บริษัท</a:t>
            </a:r>
            <a:endParaRPr lang="en-US" sz="1300" dirty="0"/>
          </a:p>
        </p:txBody>
      </p:sp>
      <p:sp>
        <p:nvSpPr>
          <p:cNvPr id="19" name="step"/>
          <p:cNvSpPr/>
          <p:nvPr/>
        </p:nvSpPr>
        <p:spPr>
          <a:xfrm>
            <a:off x="9015984" y="2779776"/>
            <a:ext cx="2688336" cy="1335024"/>
          </a:xfrm>
          <a:prstGeom prst="roundRect">
            <a:avLst>
              <a:gd name="adj" fmla="val 6849"/>
            </a:avLst>
          </a:prstGeom>
          <a:solidFill>
            <a:srgbClr val="F8ECEB"/>
          </a:solidFill>
          <a:ln w="15875">
            <a:solidFill>
              <a:srgbClr val="A33B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2871216"/>
            <a:ext cx="2432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ทางที่ 4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ซ่อมไม่คุ้ม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แทงจำหน่าย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ทรัพย์สินถูกตั้งเป็นรอจำหน่าย</a:t>
            </a:r>
            <a:endParaRPr lang="en-US" sz="1300" dirty="0"/>
          </a:p>
        </p:txBody>
      </p:sp>
      <p:sp>
        <p:nvSpPr>
          <p:cNvPr id="21" name="step"/>
          <p:cNvSpPr/>
          <p:nvPr/>
        </p:nvSpPr>
        <p:spPr>
          <a:xfrm>
            <a:off x="457200" y="4389120"/>
            <a:ext cx="8394192" cy="987552"/>
          </a:xfrm>
          <a:prstGeom prst="roundRect">
            <a:avLst>
              <a:gd name="adj" fmla="val 9259"/>
            </a:avLst>
          </a:prstGeom>
          <a:solidFill>
            <a:srgbClr val="E5F6EE"/>
          </a:solidFill>
          <a:ln w="15875">
            <a:solidFill>
              <a:srgbClr val="1F8A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ซ่อมเสร็จ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ทางที่ 1–3 มาจบที่นี่    พิมพ์แบบส่งซ่อม    หน่วยงานตรวจรับและให้ความเห็น</a:t>
            </a:r>
            <a:endParaRPr lang="en-US" sz="2000" dirty="0"/>
          </a:p>
        </p:txBody>
      </p:sp>
      <p:sp>
        <p:nvSpPr>
          <p:cNvPr id="23" name="step"/>
          <p:cNvSpPr/>
          <p:nvPr/>
        </p:nvSpPr>
        <p:spPr>
          <a:xfrm>
            <a:off x="9015984" y="4389120"/>
            <a:ext cx="2688336" cy="987552"/>
          </a:xfrm>
          <a:prstGeom prst="roundRect">
            <a:avLst>
              <a:gd name="adj" fmla="val 9259"/>
            </a:avLst>
          </a:prstGeom>
          <a:solidFill>
            <a:srgbClr val="F8ECEB"/>
          </a:solidFill>
          <a:ln w="15875">
            <a:solidFill>
              <a:srgbClr val="A33B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0" y="4389120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3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รอจำหน่าย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จบที่ทางที่ 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61441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ติดตามงานค้างได้ที่แดชบอร์ด    และพิมพ์สรุปใบงานรายเดือนแยกตามทีมช่าง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PK Maintenance">
  <a:themeElements>
    <a:clrScheme name="VPK Maintenance">
      <a:dk1>
        <a:srgbClr val="12231F"/>
      </a:dk1>
      <a:lt1>
        <a:srgbClr val="FFFFFF"/>
      </a:lt1>
      <a:dk2>
        <a:srgbClr val="0B6E6E"/>
      </a:dk2>
      <a:lt2>
        <a:srgbClr val="F3F6F5"/>
      </a:lt2>
      <a:accent1>
        <a:srgbClr val="0B6E6E"/>
      </a:accent1>
      <a:accent2>
        <a:srgbClr val="1F8A5B"/>
      </a:accent2>
      <a:accent3>
        <a:srgbClr val="C9851A"/>
      </a:accent3>
      <a:accent4>
        <a:srgbClr val="A33B32"/>
      </a:accent4>
      <a:accent5>
        <a:srgbClr val="C45C28"/>
      </a:accent5>
      <a:accent6>
        <a:srgbClr val="5B6E69"/>
      </a:accent6>
      <a:hlink>
        <a:srgbClr val="0B6E6E"/>
      </a:hlink>
      <a:folHlink>
        <a:srgbClr val="5B6E69"/>
      </a:folHlink>
    </a:clrScheme>
    <a:fontScheme name="VPK Maintenan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เวิร์กโฟลว์ซ่อมบำรุง</dc:title>
  <dc:subject>งานซ่อมบำรุง โรงพยาบาลวชิระภูเก็ต</dc:subject>
  <dc:creator>VPK</dc:creator>
  <cp:lastModifiedBy>VPK</cp:lastModifiedBy>
  <cp:revision>1</cp:revision>
  <dcterms:created xsi:type="dcterms:W3CDTF">2026-10-09T06:44:56Z</dcterms:created>
  <dcterms:modified xsi:type="dcterms:W3CDTF">2026-10-09T06:44:56Z</dcterms:modified>
</cp:coreProperties>
</file>